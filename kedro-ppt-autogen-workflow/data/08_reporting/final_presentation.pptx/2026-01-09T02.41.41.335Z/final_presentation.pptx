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Top 10 Products Performance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top 10 products generated $14,480,000 in total sales, representing 34.0% of overall performance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Product_H leads with $1,600,000, followed by Product_EE at $1,550,000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remaining 40 products contribute $28,050,000, indicating balanced distribution among performers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Product Category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Electronics dominates with $20,500,000 (48.2% of total sales)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Clothing follows with $9,030,000 (21.2%)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Total of 4 categories analyzed with combined sales of $42,530,000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Regional Sales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top 10 products generated $14,480,000 in total sales, representing 34.0% of overall performance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Product_H leads with $1,600,000, followed by Product_EE at $1,550,000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remaining 40 products contribute $28,050,000, indicating balanced distribution among performers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Europe leads regional performance with $16,950,000 (39.9% of total)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Asia presents growth opportunities at $12,330,000 (29.0%)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Geographic distribution spans 3 regions with total sales of $42,530,000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