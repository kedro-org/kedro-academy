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Helvetica Neue"/>
              </a:rPr>
              <a:t>Top 10 Products Performance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The top 10 products generated $14,480,000 in total sales, representing 34.0% of overall performance</a:t>
            </a:r>
          </a:p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Product_H leads with $1,600,000, followed by Product_EE at $1,550,000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Helvetica Neue"/>
              </a:rPr>
              <a:t>Product Category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Electronics dominates with $20,500,000 (48.2% of total sales)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2800" b="1">
                <a:solidFill>
                  <a:srgbClr val="1F4E79"/>
                </a:solidFill>
                <a:latin typeface="Helvetica Neue"/>
              </a:rPr>
              <a:t>Regional Sales Performance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45720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188720"/>
            <a:ext cx="3657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/>
            <a:r>
              <a:rPr sz="1100">
                <a:solidFill>
                  <a:srgbClr val="333333"/>
                </a:solidFill>
                <a:latin typeface="Helvetica Neue"/>
              </a:rPr>
              <a:t>• Europe leads regional performance with $16,950,000 (39.9% of total)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