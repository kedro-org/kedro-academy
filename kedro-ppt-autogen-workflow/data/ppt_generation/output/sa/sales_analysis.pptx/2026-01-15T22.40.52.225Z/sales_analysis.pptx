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1">
                <a:solidFill>
                  <a:srgbClr val="1F4E79"/>
                </a:solidFill>
                <a:latin typeface="Helvetica Neue"/>
              </a:rPr>
              <a:t>Top 10 Products Performance Analysis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1">
                <a:solidFill>
                  <a:srgbClr val="1F4E79"/>
                </a:solidFill>
                <a:latin typeface="Helvetica Neue"/>
              </a:rPr>
              <a:t>Product Category Distribution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1">
                <a:solidFill>
                  <a:srgbClr val="1F4E79"/>
                </a:solidFill>
                <a:latin typeface="Helvetica Neue"/>
              </a:rPr>
              <a:t>Regional Sales Performance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