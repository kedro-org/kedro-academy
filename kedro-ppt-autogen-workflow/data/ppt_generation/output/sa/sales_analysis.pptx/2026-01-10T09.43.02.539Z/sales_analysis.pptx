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800" b="1">
                <a:solidFill>
                  <a:srgbClr val="1F4E79"/>
                </a:solidFill>
                <a:latin typeface="Helvetica Neue"/>
              </a:rPr>
              <a:t>Top 10 Products Performance Analysis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572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1887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>
                <a:solidFill>
                  <a:srgbClr val="333333"/>
                </a:solidFill>
                <a:latin typeface="Helvetica Neue"/>
              </a:rPr>
              <a:t>• The top 10 products generated $14,480,000 in total sales, representing 34.0% of overall performance</a:t>
            </a:r>
          </a:p>
          <a:p>
            <a:pPr/>
            <a:r>
              <a:rPr sz="1100">
                <a:solidFill>
                  <a:srgbClr val="333333"/>
                </a:solidFill>
                <a:latin typeface="Helvetica Neue"/>
              </a:rPr>
              <a:t>• ProductH leads with $1,600,000, followed by ProductEE at $1,550,000</a:t>
            </a:r>
          </a:p>
          <a:p>
            <a:pPr/>
            <a:r>
              <a:rPr sz="1100">
                <a:solidFill>
                  <a:srgbClr val="333333"/>
                </a:solidFill>
                <a:latin typeface="Helvetica Neue"/>
              </a:rPr>
              <a:t>• The remaining 40 products contribute $28,050,000, indicating balanced distribution among performers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800" b="1">
                <a:solidFill>
                  <a:srgbClr val="1F4E79"/>
                </a:solidFill>
                <a:latin typeface="Helvetica Neue"/>
              </a:rPr>
              <a:t>Product Category Distribution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572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1887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>
                <a:solidFill>
                  <a:srgbClr val="333333"/>
                </a:solidFill>
                <a:latin typeface="Helvetica Neue"/>
              </a:rPr>
              <a:t>• Electronics dominates with $20,500,000 (48.2% of total sales)</a:t>
            </a:r>
          </a:p>
          <a:p>
            <a:pPr/>
            <a:r>
              <a:rPr sz="1100">
                <a:solidFill>
                  <a:srgbClr val="333333"/>
                </a:solidFill>
                <a:latin typeface="Helvetica Neue"/>
              </a:rPr>
              <a:t>• Clothing follows with $9,030,000 (21.2%)</a:t>
            </a:r>
          </a:p>
          <a:p>
            <a:pPr/>
            <a:r>
              <a:rPr sz="1100">
                <a:solidFill>
                  <a:srgbClr val="333333"/>
                </a:solidFill>
                <a:latin typeface="Helvetica Neue"/>
              </a:rPr>
              <a:t>• Total of 4 categories analyzed with combined sales of $42,530,000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800" b="1">
                <a:solidFill>
                  <a:srgbClr val="1F4E79"/>
                </a:solidFill>
                <a:latin typeface="Helvetica Neue"/>
              </a:rPr>
              <a:t>Regional Sales Performance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572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1887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>
                <a:solidFill>
                  <a:srgbClr val="333333"/>
                </a:solidFill>
                <a:latin typeface="Helvetica Neue"/>
              </a:rPr>
              <a:t>• The top 10 products generated $14,480,000 in total sales, representing 34.0% of overall performance</a:t>
            </a:r>
          </a:p>
          <a:p>
            <a:pPr/>
            <a:r>
              <a:rPr sz="1100">
                <a:solidFill>
                  <a:srgbClr val="333333"/>
                </a:solidFill>
                <a:latin typeface="Helvetica Neue"/>
              </a:rPr>
              <a:t>• ProductH leads with $1,600,000, followed by ProductEE at $1,550,000</a:t>
            </a:r>
          </a:p>
          <a:p>
            <a:pPr/>
            <a:r>
              <a:rPr sz="1100">
                <a:solidFill>
                  <a:srgbClr val="333333"/>
                </a:solidFill>
                <a:latin typeface="Helvetica Neue"/>
              </a:rPr>
              <a:t>• The remaining 40 products contribute $28,050,000, indicating balanced distribution among performers</a:t>
            </a:r>
          </a:p>
          <a:p>
            <a:pPr/>
            <a:r>
              <a:rPr sz="1100">
                <a:solidFill>
                  <a:srgbClr val="333333"/>
                </a:solidFill>
                <a:latin typeface="Helvetica Neue"/>
              </a:rPr>
              <a:t>• Europe leads regional performance with $16,950,000 (39.9% of total)</a:t>
            </a:r>
          </a:p>
          <a:p>
            <a:pPr/>
            <a:r>
              <a:rPr sz="1100">
                <a:solidFill>
                  <a:srgbClr val="333333"/>
                </a:solidFill>
                <a:latin typeface="Helvetica Neue"/>
              </a:rPr>
              <a:t>• Asia presents growth opportunities at $12,330,000 (29.0%)</a:t>
            </a:r>
          </a:p>
          <a:p>
            <a:pPr/>
            <a:r>
              <a:rPr sz="1100">
                <a:solidFill>
                  <a:srgbClr val="333333"/>
                </a:solidFill>
                <a:latin typeface="Helvetica Neue"/>
              </a:rPr>
              <a:t>• Geographic distribution spans 3 regions with total sales of $42,530,000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